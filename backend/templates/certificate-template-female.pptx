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</p:sldIdLst>
  <p:sldSz cx="10693400" cy="7562850"/>
  <p:notesSz cx="10693400" cy="75628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for females" id="{78968280-5FCB-4C4C-8A5E-56008F5AC66B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1E34"/>
    <a:srgbClr val="92B9B4"/>
    <a:srgbClr val="E7EFEE"/>
    <a:srgbClr val="0C2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9FAC0-75BC-44A2-ABBC-3234EBDB04A4}" v="3" dt="2026-07-29T09:03:32.5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07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tan" userId="596bfde2-47e4-4d36-8f0a-78d31f84a794" providerId="ADAL" clId="{1076C667-93C1-4541-A912-C76B4913C881}"/>
    <pc:docChg chg="delSld delSection modSection">
      <pc:chgData name="Sultan" userId="596bfde2-47e4-4d36-8f0a-78d31f84a794" providerId="ADAL" clId="{1076C667-93C1-4541-A912-C76B4913C881}" dt="2026-07-29T09:06:22.710" v="1" actId="17851"/>
      <pc:docMkLst>
        <pc:docMk/>
      </pc:docMkLst>
      <pc:sldChg chg="del">
        <pc:chgData name="Sultan" userId="596bfde2-47e4-4d36-8f0a-78d31f84a794" providerId="ADAL" clId="{1076C667-93C1-4541-A912-C76B4913C881}" dt="2026-07-29T09:06:20.157" v="0" actId="47"/>
        <pc:sldMkLst>
          <pc:docMk/>
          <pc:sldMk cId="0" sldId="256"/>
        </pc:sldMkLst>
      </pc:sldChg>
    </pc:docChg>
  </pc:docChgLst>
  <pc:docChgLst>
    <pc:chgData name="Sultan Bniali" userId="596bfde2-47e4-4d36-8f0a-78d31f84a794" providerId="ADAL" clId="{1076C667-93C1-4541-A912-C76B4913C881}"/>
    <pc:docChg chg="delSld modSld modSection">
      <pc:chgData name="Sultan Bniali" userId="596bfde2-47e4-4d36-8f0a-78d31f84a794" providerId="ADAL" clId="{1076C667-93C1-4541-A912-C76B4913C881}" dt="2026-07-29T09:03:40.466" v="17" actId="207"/>
      <pc:docMkLst>
        <pc:docMk/>
      </pc:docMkLst>
      <pc:sldChg chg="del">
        <pc:chgData name="Sultan Bniali" userId="596bfde2-47e4-4d36-8f0a-78d31f84a794" providerId="ADAL" clId="{1076C667-93C1-4541-A912-C76B4913C881}" dt="2026-07-29T08:58:13.614" v="1" actId="47"/>
        <pc:sldMkLst>
          <pc:docMk/>
          <pc:sldMk cId="0" sldId="257"/>
        </pc:sldMkLst>
      </pc:sldChg>
      <pc:sldChg chg="addSp modSp mod">
        <pc:chgData name="Sultan Bniali" userId="596bfde2-47e4-4d36-8f0a-78d31f84a794" providerId="ADAL" clId="{1076C667-93C1-4541-A912-C76B4913C881}" dt="2026-07-29T09:03:40.466" v="17" actId="207"/>
        <pc:sldMkLst>
          <pc:docMk/>
          <pc:sldMk cId="1491452707" sldId="258"/>
        </pc:sldMkLst>
        <pc:spChg chg="add mod">
          <ac:chgData name="Sultan Bniali" userId="596bfde2-47e4-4d36-8f0a-78d31f84a794" providerId="ADAL" clId="{1076C667-93C1-4541-A912-C76B4913C881}" dt="2026-07-29T09:03:40.466" v="17" actId="207"/>
          <ac:spMkLst>
            <pc:docMk/>
            <pc:sldMk cId="1491452707" sldId="258"/>
            <ac:spMk id="2" creationId="{7800B3AD-6F31-4129-1476-A444F35FA33B}"/>
          </ac:spMkLst>
        </pc:spChg>
        <pc:spChg chg="add mod">
          <ac:chgData name="Sultan Bniali" userId="596bfde2-47e4-4d36-8f0a-78d31f84a794" providerId="ADAL" clId="{1076C667-93C1-4541-A912-C76B4913C881}" dt="2026-07-29T09:03:40.466" v="17" actId="207"/>
          <ac:spMkLst>
            <pc:docMk/>
            <pc:sldMk cId="1491452707" sldId="258"/>
            <ac:spMk id="3" creationId="{15D3936C-49FC-D788-1871-38574C6C8875}"/>
          </ac:spMkLst>
        </pc:spChg>
      </pc:sldChg>
      <pc:sldChg chg="del">
        <pc:chgData name="Sultan Bniali" userId="596bfde2-47e4-4d36-8f0a-78d31f84a794" providerId="ADAL" clId="{1076C667-93C1-4541-A912-C76B4913C881}" dt="2026-07-29T08:58:12.465" v="0" actId="47"/>
        <pc:sldMkLst>
          <pc:docMk/>
          <pc:sldMk cId="191709925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86642-80C7-0FB2-BC85-EF73C01D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8F92B94D-367B-4544-CA74-74241406489C}"/>
              </a:ext>
            </a:extLst>
          </p:cNvPr>
          <p:cNvSpPr txBox="1"/>
          <p:nvPr/>
        </p:nvSpPr>
        <p:spPr>
          <a:xfrm>
            <a:off x="3441700" y="1724025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شهــادة حضور</a:t>
            </a:r>
            <a:endParaRPr lang="en-US" sz="2800" b="1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62911D-D4C3-C0CF-274A-0D7B31724C1E}"/>
              </a:ext>
            </a:extLst>
          </p:cNvPr>
          <p:cNvSpPr txBox="1"/>
          <p:nvPr/>
        </p:nvSpPr>
        <p:spPr>
          <a:xfrm>
            <a:off x="1473603" y="2480341"/>
            <a:ext cx="75648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تشهـد إدارة برنامج صُناع الأفلام بدورته الخامسة أن المشاركة</a:t>
            </a:r>
          </a:p>
          <a:p>
            <a:pPr algn="ctr" rtl="1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 rtl="1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 rtl="1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 rtl="1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قد أتمت بنجاح الورشة التدريبة </a:t>
            </a:r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"إدارة المهرجانات السينمائية"</a:t>
            </a:r>
          </a:p>
          <a:p>
            <a:pPr algn="ctr" rtl="1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فـي الفـتـــــرة من </a:t>
            </a:r>
            <a:r>
              <a:rPr lang="en-US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8</a:t>
            </a:r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 ينــــــاير إلى </a:t>
            </a:r>
            <a:r>
              <a:rPr lang="en-US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11</a:t>
            </a:r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 ينــــــــاير </a:t>
            </a:r>
            <a:r>
              <a:rPr lang="en-US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2026</a:t>
            </a:r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، </a:t>
            </a:r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بإجمـــــالي </a:t>
            </a:r>
            <a:r>
              <a:rPr lang="en-US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16</a:t>
            </a:r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ساعـــة تدريبيــــة.</a:t>
            </a:r>
          </a:p>
          <a:p>
            <a:pPr algn="ctr" rtl="1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 rtl="1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بناءً على ذلك، نمنحها هذه الشهادة تقديرًا لمشاركتها وجهودها في إكمال الورشة.</a:t>
            </a:r>
          </a:p>
          <a:p>
            <a:pPr algn="ctr" rtl="1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 rtl="1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خالص تمنياتنا بالتوفيق والنجاح.</a:t>
            </a:r>
          </a:p>
          <a:p>
            <a:pPr algn="ctr" rtl="1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 rtl="1"/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فريق برنامج صُناع الأفلام</a:t>
            </a:r>
            <a:endParaRPr lang="en-US" sz="1600" b="1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F168C3-0E7A-1BEA-6CB3-E8FA8641A43C}"/>
              </a:ext>
            </a:extLst>
          </p:cNvPr>
          <p:cNvSpPr txBox="1"/>
          <p:nvPr/>
        </p:nvSpPr>
        <p:spPr>
          <a:xfrm>
            <a:off x="5727700" y="5608006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4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مدير إدارة تطوير المواهب</a:t>
            </a:r>
            <a:endParaRPr lang="en-US" sz="1400" b="1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6E579-D18A-7FAD-F1CC-CFCCC4DC597A}"/>
              </a:ext>
            </a:extLst>
          </p:cNvPr>
          <p:cNvSpPr txBox="1"/>
          <p:nvPr/>
        </p:nvSpPr>
        <p:spPr>
          <a:xfrm>
            <a:off x="1119822" y="5608006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4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الـــمــــــــــــــدرب</a:t>
            </a:r>
            <a:endParaRPr lang="en-US" sz="1400" b="1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E36836-F5CA-CAB1-2CFF-97D391D8F09A}"/>
              </a:ext>
            </a:extLst>
          </p:cNvPr>
          <p:cNvSpPr txBox="1"/>
          <p:nvPr/>
        </p:nvSpPr>
        <p:spPr>
          <a:xfrm>
            <a:off x="2907601" y="292858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400" b="1" dirty="0">
                <a:solidFill>
                  <a:srgbClr val="B41E34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سارة الغامدي</a:t>
            </a:r>
            <a:endParaRPr lang="en-US" sz="2400" b="1" dirty="0">
              <a:solidFill>
                <a:srgbClr val="B41E34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00B3AD-6F31-4129-1476-A444F35FA33B}"/>
              </a:ext>
            </a:extLst>
          </p:cNvPr>
          <p:cNvSpPr txBox="1"/>
          <p:nvPr/>
        </p:nvSpPr>
        <p:spPr>
          <a:xfrm>
            <a:off x="1119822" y="6010976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400" b="1" dirty="0">
                <a:solidFill>
                  <a:srgbClr val="B41E34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اسم الـــمــــــــــــــدرب\ة</a:t>
            </a:r>
            <a:endParaRPr lang="en-US" sz="1400" b="1" dirty="0">
              <a:solidFill>
                <a:srgbClr val="B41E34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D3936C-49FC-D788-1871-38574C6C8875}"/>
              </a:ext>
            </a:extLst>
          </p:cNvPr>
          <p:cNvSpPr txBox="1"/>
          <p:nvPr/>
        </p:nvSpPr>
        <p:spPr>
          <a:xfrm>
            <a:off x="5727700" y="5985576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400" b="1" dirty="0">
                <a:solidFill>
                  <a:srgbClr val="B41E34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المثنى كتبي</a:t>
            </a:r>
            <a:endParaRPr lang="en-US" sz="1400" b="1" dirty="0">
              <a:solidFill>
                <a:srgbClr val="B41E34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5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72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Effra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FM5_Certificate_open</dc:title>
  <dc:creator>TAM</dc:creator>
  <cp:lastModifiedBy>Sultan</cp:lastModifiedBy>
  <cp:revision>7</cp:revision>
  <dcterms:created xsi:type="dcterms:W3CDTF">2026-03-31T12:42:55Z</dcterms:created>
  <dcterms:modified xsi:type="dcterms:W3CDTF">2026-07-29T09:06:23Z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Adobe Illustrator 30.2 (Windows)</vt:lpwstr>
  </property>
  <property fmtid="{D5CDD505-2E9C-101B-9397-08002B2CF9AE}" pid="4" name="LastSaved">
    <vt:filetime>2026-03-31T00:00:00Z</vt:filetime>
  </property>
  <property fmtid="{D5CDD505-2E9C-101B-9397-08002B2CF9AE}" pid="5" name="Producer">
    <vt:lpwstr>Adobe PDF library 18.00</vt:lpwstr>
  </property>
</Properties>
</file>