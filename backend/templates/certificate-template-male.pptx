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693400" cy="7562850"/>
  <p:notesSz cx="10693400" cy="75628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for males" id="{66A64F06-7054-4CD7-AE96-F7D0010AF683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1E34"/>
    <a:srgbClr val="92B9B4"/>
    <a:srgbClr val="E7EFEE"/>
    <a:srgbClr val="0C2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9FAC0-75BC-44A2-ABBC-3234EBDB04A4}" v="3" dt="2026-07-29T09:03:32.5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07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ltan" userId="596bfde2-47e4-4d36-8f0a-78d31f84a794" providerId="ADAL" clId="{1076C667-93C1-4541-A912-C76B4913C881}"/>
    <pc:docChg chg="delSld delSection modSection">
      <pc:chgData name="Sultan" userId="596bfde2-47e4-4d36-8f0a-78d31f84a794" providerId="ADAL" clId="{1076C667-93C1-4541-A912-C76B4913C881}" dt="2026-07-29T09:05:39.181" v="1" actId="17851"/>
      <pc:docMkLst>
        <pc:docMk/>
      </pc:docMkLst>
      <pc:sldChg chg="del">
        <pc:chgData name="Sultan" userId="596bfde2-47e4-4d36-8f0a-78d31f84a794" providerId="ADAL" clId="{1076C667-93C1-4541-A912-C76B4913C881}" dt="2026-07-29T09:05:35.733" v="0" actId="47"/>
        <pc:sldMkLst>
          <pc:docMk/>
          <pc:sldMk cId="1491452707" sldId="258"/>
        </pc:sldMkLst>
      </pc:sldChg>
    </pc:docChg>
  </pc:docChgLst>
  <pc:docChgLst>
    <pc:chgData name="Sultan Bniali" userId="596bfde2-47e4-4d36-8f0a-78d31f84a794" providerId="ADAL" clId="{1076C667-93C1-4541-A912-C76B4913C881}"/>
    <pc:docChg chg="delSld modSld modSection">
      <pc:chgData name="Sultan Bniali" userId="596bfde2-47e4-4d36-8f0a-78d31f84a794" providerId="ADAL" clId="{1076C667-93C1-4541-A912-C76B4913C881}" dt="2026-07-29T09:03:40.466" v="17" actId="207"/>
      <pc:docMkLst>
        <pc:docMk/>
      </pc:docMkLst>
      <pc:sldChg chg="del">
        <pc:chgData name="Sultan Bniali" userId="596bfde2-47e4-4d36-8f0a-78d31f84a794" providerId="ADAL" clId="{1076C667-93C1-4541-A912-C76B4913C881}" dt="2026-07-29T08:58:13.614" v="1" actId="47"/>
        <pc:sldMkLst>
          <pc:docMk/>
          <pc:sldMk cId="0" sldId="257"/>
        </pc:sldMkLst>
      </pc:sldChg>
      <pc:sldChg chg="addSp modSp mod">
        <pc:chgData name="Sultan Bniali" userId="596bfde2-47e4-4d36-8f0a-78d31f84a794" providerId="ADAL" clId="{1076C667-93C1-4541-A912-C76B4913C881}" dt="2026-07-29T09:03:40.466" v="17" actId="207"/>
        <pc:sldMkLst>
          <pc:docMk/>
          <pc:sldMk cId="1491452707" sldId="258"/>
        </pc:sldMkLst>
        <pc:spChg chg="add mod">
          <ac:chgData name="Sultan Bniali" userId="596bfde2-47e4-4d36-8f0a-78d31f84a794" providerId="ADAL" clId="{1076C667-93C1-4541-A912-C76B4913C881}" dt="2026-07-29T09:03:40.466" v="17" actId="207"/>
          <ac:spMkLst>
            <pc:docMk/>
            <pc:sldMk cId="1491452707" sldId="258"/>
            <ac:spMk id="2" creationId="{7800B3AD-6F31-4129-1476-A444F35FA33B}"/>
          </ac:spMkLst>
        </pc:spChg>
        <pc:spChg chg="add mod">
          <ac:chgData name="Sultan Bniali" userId="596bfde2-47e4-4d36-8f0a-78d31f84a794" providerId="ADAL" clId="{1076C667-93C1-4541-A912-C76B4913C881}" dt="2026-07-29T09:03:40.466" v="17" actId="207"/>
          <ac:spMkLst>
            <pc:docMk/>
            <pc:sldMk cId="1491452707" sldId="258"/>
            <ac:spMk id="3" creationId="{15D3936C-49FC-D788-1871-38574C6C8875}"/>
          </ac:spMkLst>
        </pc:spChg>
      </pc:sldChg>
      <pc:sldChg chg="del">
        <pc:chgData name="Sultan Bniali" userId="596bfde2-47e4-4d36-8f0a-78d31f84a794" providerId="ADAL" clId="{1076C667-93C1-4541-A912-C76B4913C881}" dt="2026-07-29T08:58:12.465" v="0" actId="47"/>
        <pc:sldMkLst>
          <pc:docMk/>
          <pc:sldMk cId="1917099258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BB5E9420-FFDC-9308-4ACF-86334F0FFDBE}"/>
              </a:ext>
            </a:extLst>
          </p:cNvPr>
          <p:cNvSpPr txBox="1"/>
          <p:nvPr/>
        </p:nvSpPr>
        <p:spPr>
          <a:xfrm>
            <a:off x="3441700" y="1724025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8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شهــادة حضور</a:t>
            </a:r>
            <a:endParaRPr lang="en-US" sz="2800" b="1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72EA70-F34F-5C23-0647-B89ED170D5C0}"/>
              </a:ext>
            </a:extLst>
          </p:cNvPr>
          <p:cNvSpPr txBox="1"/>
          <p:nvPr/>
        </p:nvSpPr>
        <p:spPr>
          <a:xfrm>
            <a:off x="1473603" y="2480341"/>
            <a:ext cx="75648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تشهـد إدارة برنامج صُناع الأفلام بدورته الخامسة أن المشارك</a:t>
            </a:r>
          </a:p>
          <a:p>
            <a:pPr algn="ctr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قد أتم بنجاح الورشة التدريبة </a:t>
            </a:r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"إدارة المهرجانات السينمائية"</a:t>
            </a:r>
          </a:p>
          <a:p>
            <a:pPr algn="ctr" rtl="1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فـي الفـتـــــرة من </a:t>
            </a:r>
            <a:r>
              <a:rPr lang="en-US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8</a:t>
            </a:r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 ينــــــاير إلى </a:t>
            </a:r>
            <a:r>
              <a:rPr lang="en-US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11</a:t>
            </a:r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 ينــــــــاير </a:t>
            </a:r>
            <a:r>
              <a:rPr lang="en-US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2026</a:t>
            </a:r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، </a:t>
            </a:r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بإجمـــــالي </a:t>
            </a:r>
            <a:r>
              <a:rPr lang="en-US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16</a:t>
            </a:r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ساعـــة تدريبيــــة.</a:t>
            </a:r>
          </a:p>
          <a:p>
            <a:pPr algn="ctr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بناءً على ذلك، نمنحه هذه الشهادة تقديرًا لمشاركته وجهوده في إكمال الورشة.</a:t>
            </a:r>
          </a:p>
          <a:p>
            <a:pPr algn="ctr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/>
            <a:r>
              <a:rPr lang="ar-SA" sz="1600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خالص تمنياتنا بالتوفيق والنجاح.</a:t>
            </a:r>
          </a:p>
          <a:p>
            <a:pPr algn="ctr"/>
            <a:endParaRPr lang="ar-SA" sz="1600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  <a:p>
            <a:pPr algn="ctr"/>
            <a:r>
              <a:rPr lang="ar-SA" sz="16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فريق برنامج صُناع الأفلام</a:t>
            </a:r>
            <a:endParaRPr lang="en-US" sz="1600" b="1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B9A990-0A8F-6C8E-20D7-113B3555CA96}"/>
              </a:ext>
            </a:extLst>
          </p:cNvPr>
          <p:cNvSpPr txBox="1"/>
          <p:nvPr/>
        </p:nvSpPr>
        <p:spPr>
          <a:xfrm>
            <a:off x="5727700" y="5608006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4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مدير إدارة تطوير المواهب</a:t>
            </a:r>
            <a:endParaRPr lang="en-US" sz="1400" b="1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5F1EFC-1E80-9921-6701-982067FC5AA6}"/>
              </a:ext>
            </a:extLst>
          </p:cNvPr>
          <p:cNvSpPr txBox="1"/>
          <p:nvPr/>
        </p:nvSpPr>
        <p:spPr>
          <a:xfrm>
            <a:off x="1119822" y="5608006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400" b="1" dirty="0">
                <a:solidFill>
                  <a:srgbClr val="0C2837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الـــمــــــــــــــدرب</a:t>
            </a:r>
            <a:endParaRPr lang="en-US" sz="1400" b="1" dirty="0">
              <a:solidFill>
                <a:srgbClr val="0C2837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0582DF-B3EB-34AD-529F-4F427F045C50}"/>
              </a:ext>
            </a:extLst>
          </p:cNvPr>
          <p:cNvSpPr txBox="1"/>
          <p:nvPr/>
        </p:nvSpPr>
        <p:spPr>
          <a:xfrm>
            <a:off x="2907601" y="292858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2400" b="1" dirty="0">
                <a:solidFill>
                  <a:srgbClr val="B41E34"/>
                </a:solidFill>
                <a:latin typeface="Effra" panose="020B0603020203020204" pitchFamily="34" charset="0"/>
                <a:cs typeface="Effra" panose="020B0603020203020204" pitchFamily="34" charset="0"/>
              </a:rPr>
              <a:t>عبدالرحمن الغامدي</a:t>
            </a:r>
            <a:endParaRPr lang="en-US" sz="2400" b="1" dirty="0">
              <a:solidFill>
                <a:srgbClr val="B41E34"/>
              </a:solidFill>
              <a:latin typeface="Effra" panose="020B0603020203020204" pitchFamily="34" charset="0"/>
              <a:cs typeface="Effra" panose="020B0603020203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66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Effra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FM5_Certificate_open</dc:title>
  <dc:creator>TAM</dc:creator>
  <cp:lastModifiedBy>Sultan</cp:lastModifiedBy>
  <cp:revision>7</cp:revision>
  <dcterms:created xsi:type="dcterms:W3CDTF">2026-03-31T12:42:55Z</dcterms:created>
  <dcterms:modified xsi:type="dcterms:W3CDTF">2026-07-29T09:05:44Z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Adobe Illustrator 30.2 (Windows)</vt:lpwstr>
  </property>
  <property fmtid="{D5CDD505-2E9C-101B-9397-08002B2CF9AE}" pid="4" name="LastSaved">
    <vt:filetime>2026-03-31T00:00:00Z</vt:filetime>
  </property>
  <property fmtid="{D5CDD505-2E9C-101B-9397-08002B2CF9AE}" pid="5" name="Producer">
    <vt:lpwstr>Adobe PDF library 18.00</vt:lpwstr>
  </property>
</Properties>
</file>